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2D82-D729-17F2-DA89-3AA358854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F8584-4F37-78E5-043A-73D1FAE39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9F7BC-B31D-D528-FC21-46C87B42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4CEF4-3170-0E90-08EC-6D798EF6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70DC5-9A60-B3F4-2DC8-F05531095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0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C0E9B-68EF-26F7-49B9-FD33FE8E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E69C1-C151-63A8-7307-394A999F8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D5C1-C27A-A8DF-1E86-FE76C3A4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24AE-14FA-65FF-DB61-31A72ABE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6BF3B-0669-F2F5-0114-C90AFDB8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9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B14B-C521-3B8B-AE4F-E58C356D1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F4F8B-F057-B3C9-7D40-786BDBFBC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A3FBB-A908-A1C8-A71B-F6C5F36C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C12A9-E6C3-89DF-84CF-5E93ED2D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24183-51BC-A84C-B61D-938A8112D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8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B2877-E056-9240-327C-87F61AA3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5D2D7-D6E0-B4D9-5544-806778C2C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6BCCE-735C-FE02-BEDB-D5789F1F3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164FC-D22D-CBFA-4A32-4C8C45A30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3E739-ECA0-46F9-B341-0ECB9ECA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8187F-5F07-0E5E-341F-99B1CA07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39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C8F9-22E3-BB02-A1BE-99CC44D8F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19F-5246-96AD-485C-6CDE71430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DA3D46-81F3-DBA6-D718-F863CE424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688E4-1812-99CC-7A3D-13A9ECBD9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69EC3F-5FC8-5AEF-22BE-9230A3783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527B2E-7B31-AB51-C12C-2D8BD72FC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FC12E7-026D-75CC-12AB-A7C0A391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FA7FB-2513-B5BD-9163-8BC499E1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57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A2BD-7385-C9E6-4146-EE4669330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C5739-B589-7DEC-3C66-5FE207EA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034DC-084B-5A08-9582-57B48C1E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FF157-0838-A761-0D0C-BBA1CAFF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6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C619B5-243D-E49F-7E12-3A849A32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D1F81-6510-157C-4564-9981C44E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3E0FF-8937-3651-D25D-89279AC1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70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7647-DB8F-D690-D687-1C694C72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3FB1B-261E-56AB-04E4-DBFBA8EDE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DACD2-8EDC-F18B-A3B0-84DF594F5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DB0CD-165E-6F34-AA09-B5836515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78A44-5D3A-043E-A9CF-66F1FD084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BACA0-4A8D-9822-4BCB-F677EE304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6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00D11-13D0-47F1-296F-8EA2038B5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A838E9-575A-0AC4-2C4C-348AB7FDF3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61497-775E-10F6-E31E-E9E9C3545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8FFF8-936F-9B73-4ECF-02DF2AA4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156A5-E699-C5CB-8AC6-4D42E2D01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A92A0-73CF-BE5B-114E-5D397E95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2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24B69-889A-F014-860A-49F487E5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AF4B0-D2C0-7355-99F5-52184FF94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5E6C0-11E0-73E3-1CBE-8036AAD2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2496A-EB10-37CA-7CC9-A863F780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3D5CB-FD29-DDA2-121B-C98A66BC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9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403BC-126C-E50E-9627-484390E47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7B8A4-F69F-0454-D522-D306B9A78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6A0A-7FD8-0682-35A7-83066314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74FC-94FF-27AA-6043-2989917C8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2CA8-5B77-AE1D-26C3-55D816F5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3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9A333-0F10-3EF1-9477-75E47ECD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53376-A2EB-7ACD-BB70-511998822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EFB68-E476-08E3-681F-63FDE7FF6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4ECFA-E6AD-414F-9C6C-C9774D0A2B1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5B607-DE82-73FC-CE4C-B670C2C54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31C0D-C2B0-ADDB-9713-7BA7259D4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A19EE-0482-4405-AC8E-1B4AE7634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4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456824-A383-310B-E17F-A7C8F04AC36D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This is the PPTX sample about the inverted index.</a:t>
            </a:r>
          </a:p>
        </p:txBody>
      </p:sp>
    </p:spTree>
    <p:extLst>
      <p:ext uri="{BB962C8B-B14F-4D97-AF65-F5344CB8AC3E}">
        <p14:creationId xmlns:p14="http://schemas.microsoft.com/office/powerpoint/2010/main" val="3220849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okeke</dc:creator>
  <cp:lastModifiedBy>david okeke</cp:lastModifiedBy>
  <cp:revision>1</cp:revision>
  <dcterms:created xsi:type="dcterms:W3CDTF">2026-09-12T07:37:41Z</dcterms:created>
  <dcterms:modified xsi:type="dcterms:W3CDTF">2026-09-12T07:37:42Z</dcterms:modified>
</cp:coreProperties>
</file>